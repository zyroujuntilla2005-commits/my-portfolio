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5" r:id="rId3"/>
    <p:sldId id="270" r:id="rId4"/>
    <p:sldId id="276" r:id="rId5"/>
    <p:sldId id="273" r:id="rId6"/>
    <p:sldId id="272" r:id="rId7"/>
    <p:sldId id="274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68" d="100"/>
          <a:sy n="68" d="100"/>
        </p:scale>
        <p:origin x="816" y="78"/>
      </p:cViewPr>
      <p:guideLst>
        <p:guide pos="3840"/>
        <p:guide orient="horz" pos="218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5/19/2024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5/19/2024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t>5/19/2024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BOOTCAMPUTERSHOP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Computer Shop in a Bootcamp Located in </a:t>
            </a:r>
            <a:r>
              <a:rPr lang="en-US" dirty="0" err="1"/>
              <a:t>Gredu</a:t>
            </a:r>
            <a:r>
              <a:rPr lang="en-US" dirty="0"/>
              <a:t>, </a:t>
            </a:r>
            <a:r>
              <a:rPr lang="en-US" dirty="0" err="1"/>
              <a:t>Panabo</a:t>
            </a:r>
            <a:r>
              <a:rPr lang="en-US" dirty="0"/>
              <a:t> City.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ADMINS/MEMBERS OF THE GROUP</a:t>
            </a:r>
            <a:endParaRPr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4682"/>
            <a:ext cx="2335858" cy="327211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154" y="1595718"/>
            <a:ext cx="2343150" cy="32721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1586754"/>
            <a:ext cx="2343150" cy="32810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435" y="1604534"/>
            <a:ext cx="2335859" cy="32900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230905"/>
            <a:ext cx="210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Juntilla</a:t>
            </a:r>
            <a:r>
              <a:rPr lang="en-US" dirty="0"/>
              <a:t>, </a:t>
            </a:r>
            <a:r>
              <a:rPr lang="en-US" dirty="0" err="1"/>
              <a:t>Zyrou</a:t>
            </a:r>
            <a:r>
              <a:rPr lang="en-US" dirty="0"/>
              <a:t> 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199" y="5225534"/>
            <a:ext cx="234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Orga</a:t>
            </a:r>
            <a:r>
              <a:rPr lang="en-US" dirty="0"/>
              <a:t>, </a:t>
            </a:r>
            <a:r>
              <a:rPr lang="en-US" dirty="0" err="1"/>
              <a:t>Cyrelle</a:t>
            </a:r>
            <a:r>
              <a:rPr lang="en-US" dirty="0"/>
              <a:t> </a:t>
            </a:r>
            <a:r>
              <a:rPr lang="en-US" dirty="0" err="1"/>
              <a:t>Khen</a:t>
            </a:r>
            <a:r>
              <a:rPr lang="en-US" dirty="0"/>
              <a:t> 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024" y="5225534"/>
            <a:ext cx="210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Villarente</a:t>
            </a:r>
            <a:r>
              <a:rPr lang="en-US" dirty="0"/>
              <a:t>, Gian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6634" y="5181719"/>
            <a:ext cx="2844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Pantonial</a:t>
            </a:r>
            <a:r>
              <a:rPr lang="en-US" dirty="0"/>
              <a:t>, John Kenneth 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9144000" cy="1143000"/>
          </a:xfrm>
        </p:spPr>
        <p:txBody>
          <a:bodyPr/>
          <a:lstStyle/>
          <a:p>
            <a:r>
              <a:rPr lang="en-US" dirty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37138"/>
            <a:ext cx="10058400" cy="5568462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establish a server for an internet cafe business. </a:t>
            </a:r>
            <a:endParaRPr lang="en-US" dirty="0"/>
          </a:p>
          <a:p>
            <a:pPr algn="just">
              <a:lnSpc>
                <a:spcPct val="20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developers aim to develop a computer shop server for internet cafe business to any parts of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Panabo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City. 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Specifically the project aims to:</a:t>
            </a:r>
            <a:endParaRPr lang="en-PH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/>
              <a:t>1. Ask the user to register an account and input their details:</a:t>
            </a:r>
          </a:p>
          <a:p>
            <a:pPr marL="0" indent="0">
              <a:buNone/>
            </a:pPr>
            <a:r>
              <a:rPr lang="en-US" dirty="0"/>
              <a:t>	A. Full Name</a:t>
            </a:r>
          </a:p>
          <a:p>
            <a:pPr marL="0" indent="0">
              <a:buNone/>
            </a:pPr>
            <a:r>
              <a:rPr lang="en-US" dirty="0"/>
              <a:t>	B. Password</a:t>
            </a:r>
          </a:p>
          <a:p>
            <a:pPr marL="0" indent="0">
              <a:buNone/>
            </a:pPr>
            <a:r>
              <a:rPr lang="en-US" dirty="0"/>
              <a:t>	C. Amount </a:t>
            </a:r>
          </a:p>
          <a:p>
            <a:r>
              <a:rPr lang="en-US" dirty="0"/>
              <a:t>2. Let the user to log in the registered account.</a:t>
            </a:r>
          </a:p>
          <a:p>
            <a:r>
              <a:rPr lang="en-US" dirty="0"/>
              <a:t>3. Display the details and time remaining of the user in the admin page.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4. Let the admin Update/Edit/Delete an account.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OUR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295400"/>
            <a:ext cx="10058400" cy="38100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Adding/Register a user/customer</a:t>
            </a:r>
          </a:p>
          <a:p>
            <a:r>
              <a:rPr lang="en-US" dirty="0"/>
              <a:t>Log in of the registered user</a:t>
            </a:r>
          </a:p>
          <a:p>
            <a:r>
              <a:rPr lang="en-US" dirty="0"/>
              <a:t>Update the time of the user</a:t>
            </a:r>
          </a:p>
          <a:p>
            <a:r>
              <a:rPr lang="en-US" dirty="0"/>
              <a:t>Edit/Update the info of the user</a:t>
            </a:r>
          </a:p>
          <a:p>
            <a:r>
              <a:rPr lang="en-US" dirty="0"/>
              <a:t>Delete a user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CA1EC5-57A6-C8BB-428A-5EE3C2D3D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648958"/>
            <a:ext cx="4910907" cy="345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09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OUR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10058400" cy="4270375"/>
          </a:xfrm>
        </p:spPr>
        <p:txBody>
          <a:bodyPr/>
          <a:lstStyle/>
          <a:p>
            <a:r>
              <a:rPr lang="en-US" dirty="0">
                <a:sym typeface="+mn-ea"/>
              </a:rPr>
              <a:t>Adding/Register a user/customer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6F4D1-080E-AAA4-83DC-758D37DBB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481" y="1562226"/>
            <a:ext cx="5600700" cy="2085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89CD4-D07A-7B1A-3960-9BE6B4C182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131" y="3809609"/>
            <a:ext cx="2057400" cy="2802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OUR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10058400" cy="4270375"/>
          </a:xfrm>
        </p:spPr>
        <p:txBody>
          <a:bodyPr/>
          <a:lstStyle/>
          <a:p>
            <a:r>
              <a:rPr lang="en-US" dirty="0"/>
              <a:t>Adding/Register a user/customer</a:t>
            </a:r>
          </a:p>
          <a:p>
            <a:r>
              <a:rPr lang="en-US" dirty="0"/>
              <a:t>Log in of the registered user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93576B-1DD3-7247-1A2C-E4C87CB7E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09213"/>
            <a:ext cx="3581400" cy="42482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OUR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10058400" cy="4270375"/>
          </a:xfrm>
        </p:spPr>
        <p:txBody>
          <a:bodyPr/>
          <a:lstStyle/>
          <a:p>
            <a:r>
              <a:rPr lang="en-US" dirty="0"/>
              <a:t>Adding/Register a user/customer</a:t>
            </a:r>
          </a:p>
          <a:p>
            <a:r>
              <a:rPr lang="en-US" dirty="0"/>
              <a:t>Log in of the registered user</a:t>
            </a:r>
          </a:p>
          <a:p>
            <a:r>
              <a:rPr lang="en-US" dirty="0"/>
              <a:t>Update the time of the user</a:t>
            </a:r>
          </a:p>
          <a:p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5FEA0F-54D7-0821-A664-EFF244704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308645"/>
            <a:ext cx="2943062" cy="1621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OF OUR SYSTEM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10058400" cy="4270375"/>
          </a:xfrm>
        </p:spPr>
        <p:txBody>
          <a:bodyPr/>
          <a:lstStyle/>
          <a:p>
            <a:r>
              <a:rPr lang="en-US" dirty="0"/>
              <a:t>Adding/Register a user/customer</a:t>
            </a:r>
          </a:p>
          <a:p>
            <a:r>
              <a:rPr lang="en-US" dirty="0"/>
              <a:t>Log in of the registered user</a:t>
            </a:r>
          </a:p>
          <a:p>
            <a:r>
              <a:rPr lang="en-US" dirty="0"/>
              <a:t>Update the time of the user</a:t>
            </a:r>
          </a:p>
          <a:p>
            <a:r>
              <a:rPr lang="en-US" dirty="0"/>
              <a:t>Edit/Update the info of the user</a:t>
            </a:r>
          </a:p>
          <a:p>
            <a:r>
              <a:rPr lang="en-US"/>
              <a:t>Delete a user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410</TotalTime>
  <Words>264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Candara</vt:lpstr>
      <vt:lpstr>Consolas</vt:lpstr>
      <vt:lpstr>Tech Computer 16x9</vt:lpstr>
      <vt:lpstr>BOOTCAMPUTERSHOP</vt:lpstr>
      <vt:lpstr>ADMINS/MEMBERS OF THE GROUP</vt:lpstr>
      <vt:lpstr>OBJECTIVES</vt:lpstr>
      <vt:lpstr>FLOW OF OUR SYSTEM</vt:lpstr>
      <vt:lpstr>FLOW OF OUR SYSTEM</vt:lpstr>
      <vt:lpstr>FLOW OF OUR SYSTEM</vt:lpstr>
      <vt:lpstr>FLOW OF OUR SYSTEM</vt:lpstr>
      <vt:lpstr>FLOW OF OUR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BOOTCAMPUTERSHOP</dc:title>
  <dc:creator>User</dc:creator>
  <cp:lastModifiedBy>khan Orga</cp:lastModifiedBy>
  <cp:revision>5</cp:revision>
  <dcterms:created xsi:type="dcterms:W3CDTF">2024-05-09T13:13:00Z</dcterms:created>
  <dcterms:modified xsi:type="dcterms:W3CDTF">2024-05-18T23:20:16Z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ICV">
    <vt:lpwstr>D16E8E8FCA044D8B941066C38E527A79_12</vt:lpwstr>
  </property>
  <property fmtid="{D5CDD505-2E9C-101B-9397-08002B2CF9AE}" pid="9" name="KSOProductBuildVer">
    <vt:lpwstr>1033-12.2.0.16731</vt:lpwstr>
  </property>
</Properties>
</file>